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19" r:id="rId5"/>
    <p:sldId id="309" r:id="rId6"/>
    <p:sldId id="320" r:id="rId7"/>
    <p:sldId id="321" r:id="rId8"/>
    <p:sldId id="322" r:id="rId9"/>
    <p:sldId id="325" r:id="rId10"/>
    <p:sldId id="323" r:id="rId11"/>
    <p:sldId id="324" r:id="rId12"/>
    <p:sldId id="30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36A58"/>
    <a:srgbClr val="505A47"/>
    <a:srgbClr val="D1D8B7"/>
    <a:srgbClr val="A09D79"/>
    <a:srgbClr val="AD5C4D"/>
    <a:srgbClr val="543E35"/>
    <a:srgbClr val="637700"/>
    <a:srgbClr val="FFF4ED"/>
    <a:srgbClr val="5E6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48" d="100"/>
          <a:sy n="48" d="100"/>
        </p:scale>
        <p:origin x="2026" y="5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A4016-A924-DFDC-84A5-43E484549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PROPERTY LISTING MANAGEMENT &amp; ANALYTICS PORTAL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0BB1C-866C-CA57-668A-4654B83E3B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638" y="4886632"/>
            <a:ext cx="4404852" cy="1297858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Team members: </a:t>
            </a:r>
          </a:p>
          <a:p>
            <a:pPr algn="l"/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P.Nithya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sai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– 2520030517</a:t>
            </a:r>
          </a:p>
          <a:p>
            <a:pPr algn="l"/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d.Namith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rao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- 2520030249                         </a:t>
            </a:r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65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>
                    <a:lumMod val="75000"/>
                  </a:schemeClr>
                </a:solidFill>
              </a:rPr>
              <a:t>ABSTRACT:</a:t>
            </a:r>
            <a:br>
              <a:rPr lang="en-IN" b="1" dirty="0"/>
            </a:b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567165"/>
            <a:ext cx="8074840" cy="3356576"/>
          </a:xfrm>
        </p:spPr>
        <p:txBody>
          <a:bodyPr>
            <a:normAutofit/>
          </a:bodyPr>
          <a:lstStyle/>
          <a:p>
            <a:r>
              <a:rPr lang="en-IN" dirty="0"/>
              <a:t>The Property Listing Management &amp; Analytics Portal is a web-based application designed to simplify real-estate property management. It provides a centralized platform for property owners and agents to add, update, delete, and manage property listings.</a:t>
            </a:r>
          </a:p>
          <a:p>
            <a:r>
              <a:rPr lang="en-IN" dirty="0"/>
              <a:t>Users can search and filter properties based on location, price, property type, area, bedrooms, amenities, and availability.</a:t>
            </a:r>
          </a:p>
          <a:p>
            <a:r>
              <a:rPr lang="en-IN" dirty="0"/>
              <a:t>The system also provides an analytics dashboard with charts and reports to help </a:t>
            </a:r>
            <a:r>
              <a:rPr lang="en-IN" dirty="0" err="1"/>
              <a:t>analyze</a:t>
            </a:r>
            <a:r>
              <a:rPr lang="en-IN" dirty="0"/>
              <a:t> property listings, prices, locations, types, and availability.</a:t>
            </a:r>
          </a:p>
          <a:p>
            <a:r>
              <a:rPr lang="en-IN" dirty="0"/>
              <a:t>An admin module allows administrators to manage users, verify listings, and monitor platform activities.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2B5EE-3267-4BA5-ED64-B6C11B534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STATEMENT: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C0E54-21CA-7740-FAD7-167B37FCE6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498337"/>
            <a:ext cx="8160775" cy="3530864"/>
          </a:xfrm>
        </p:spPr>
        <p:txBody>
          <a:bodyPr>
            <a:normAutofit/>
          </a:bodyPr>
          <a:lstStyle/>
          <a:p>
            <a:r>
              <a:rPr lang="en-IN" dirty="0"/>
              <a:t>Current real-estate property management can face several challenges:</a:t>
            </a:r>
          </a:p>
          <a:p>
            <a:pPr lvl="0"/>
            <a:r>
              <a:rPr lang="en-IN" dirty="0"/>
              <a:t>Property information may be </a:t>
            </a:r>
            <a:r>
              <a:rPr lang="en-IN" b="1" dirty="0"/>
              <a:t>scattered across different platforms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Managing property listings manually is </a:t>
            </a:r>
            <a:r>
              <a:rPr lang="en-IN" b="1" dirty="0"/>
              <a:t>time-consuming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Users may find it difficult to </a:t>
            </a:r>
            <a:r>
              <a:rPr lang="en-IN" b="1" dirty="0"/>
              <a:t>search for suitable properties quickly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Comparing properties based on </a:t>
            </a:r>
            <a:r>
              <a:rPr lang="en-IN" b="1" dirty="0"/>
              <a:t>price, location, type, and amenities</a:t>
            </a:r>
            <a:r>
              <a:rPr lang="en-IN" dirty="0"/>
              <a:t> can be difficult. </a:t>
            </a:r>
          </a:p>
          <a:p>
            <a:pPr lvl="0"/>
            <a:r>
              <a:rPr lang="en-IN" dirty="0"/>
              <a:t>Lack of centralized analytics makes it difficult to </a:t>
            </a:r>
            <a:r>
              <a:rPr lang="en-IN" b="1" dirty="0"/>
              <a:t>understand property trends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Administrators need an efficient way to </a:t>
            </a:r>
            <a:r>
              <a:rPr lang="en-IN" b="1" dirty="0"/>
              <a:t>manage users and verify listings</a:t>
            </a:r>
            <a:r>
              <a:rPr lang="en-IN" dirty="0"/>
              <a:t>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D4E0D-7A9D-49D7-66B1-EF686D2DE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933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2C348-9AB7-99DD-6478-C11A37B2D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820" y="501445"/>
            <a:ext cx="7534656" cy="914400"/>
          </a:xfrm>
        </p:spPr>
        <p:txBody>
          <a:bodyPr/>
          <a:lstStyle/>
          <a:p>
            <a:r>
              <a:rPr lang="en-IN" b="1" dirty="0"/>
              <a:t>EXISTING VS PROPOSED SYSTEM:</a:t>
            </a:r>
            <a:br>
              <a:rPr lang="en-IN" b="1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4B5816B-7736-4961-C359-826FC0CE8B5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592373" y="1415845"/>
            <a:ext cx="5653549" cy="348054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199FD-9A06-5B92-BB57-366B94006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447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FACC6CB-088F-BACB-11B4-FB3A1EB8D68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651819" y="1563329"/>
            <a:ext cx="8534039" cy="39132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44350-90DF-B87F-48DB-25BCA4C72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52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DB531-779D-2E4D-0818-49DE3BF79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218" y="393290"/>
            <a:ext cx="8190271" cy="914400"/>
          </a:xfrm>
        </p:spPr>
        <p:txBody>
          <a:bodyPr/>
          <a:lstStyle/>
          <a:p>
            <a:r>
              <a:rPr lang="en-IN" dirty="0"/>
              <a:t>PROPOSED SYSTEM ARCHITECTURE: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E8F96A-A44F-F16D-EA0A-5DA332E323D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5382" y="1875456"/>
            <a:ext cx="6050852" cy="333564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B1C3D-2130-7609-9477-1E6E576BA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F0D6B9-914F-5A84-FBEA-FBC9C032A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148" y="1839908"/>
            <a:ext cx="6050852" cy="337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597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24606-2ED8-2D4D-D0B2-A022FAE8C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664" y="599768"/>
            <a:ext cx="7534656" cy="914400"/>
          </a:xfrm>
        </p:spPr>
        <p:txBody>
          <a:bodyPr/>
          <a:lstStyle/>
          <a:p>
            <a:r>
              <a:rPr lang="en-IN" dirty="0"/>
              <a:t>TOOLS &amp; TECHNOLOGIES: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6540D-0D5B-DF61-A2BA-63F8E5A9610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8129" y="1700981"/>
            <a:ext cx="8141110" cy="3604604"/>
          </a:xfrm>
        </p:spPr>
        <p:txBody>
          <a:bodyPr>
            <a:normAutofit fontScale="25000" lnSpcReduction="20000"/>
          </a:bodyPr>
          <a:lstStyle/>
          <a:p>
            <a:r>
              <a:rPr lang="en-IN" sz="6200" b="1" dirty="0"/>
              <a:t>Frontend</a:t>
            </a:r>
            <a:endParaRPr lang="en-IN" sz="6200" dirty="0"/>
          </a:p>
          <a:p>
            <a:pPr lvl="0"/>
            <a:r>
              <a:rPr lang="en-IN" sz="6200" dirty="0"/>
              <a:t>HTML5 </a:t>
            </a:r>
          </a:p>
          <a:p>
            <a:pPr lvl="0"/>
            <a:r>
              <a:rPr lang="en-IN" sz="6200" dirty="0"/>
              <a:t>CSS3 </a:t>
            </a:r>
          </a:p>
          <a:p>
            <a:pPr lvl="0"/>
            <a:r>
              <a:rPr lang="en-IN" sz="6200" dirty="0"/>
              <a:t>JavaScript </a:t>
            </a:r>
          </a:p>
          <a:p>
            <a:pPr lvl="0"/>
            <a:r>
              <a:rPr lang="en-IN" sz="6200" dirty="0"/>
              <a:t>React.js </a:t>
            </a:r>
          </a:p>
          <a:p>
            <a:r>
              <a:rPr lang="en-IN" sz="6200" b="1" dirty="0"/>
              <a:t>Backend</a:t>
            </a:r>
            <a:endParaRPr lang="en-IN" sz="6200" dirty="0"/>
          </a:p>
          <a:p>
            <a:pPr lvl="0"/>
            <a:r>
              <a:rPr lang="en-IN" sz="6200" dirty="0"/>
              <a:t>Node.js </a:t>
            </a:r>
          </a:p>
          <a:p>
            <a:pPr lvl="0"/>
            <a:r>
              <a:rPr lang="en-IN" sz="6200" dirty="0"/>
              <a:t>Express.js </a:t>
            </a:r>
          </a:p>
          <a:p>
            <a:r>
              <a:rPr lang="en-IN" sz="6200" b="1" dirty="0"/>
              <a:t>Database</a:t>
            </a:r>
            <a:endParaRPr lang="en-IN" sz="6200" dirty="0"/>
          </a:p>
          <a:p>
            <a:pPr lvl="0"/>
            <a:r>
              <a:rPr lang="en-IN" sz="6200" dirty="0"/>
              <a:t>MySQL </a:t>
            </a:r>
          </a:p>
          <a:p>
            <a:r>
              <a:rPr lang="en-IN" sz="6200" b="1" dirty="0"/>
              <a:t>Development Tools</a:t>
            </a:r>
            <a:endParaRPr lang="en-IN" sz="6200" dirty="0"/>
          </a:p>
          <a:p>
            <a:pPr lvl="0"/>
            <a:r>
              <a:rPr lang="en-IN" sz="6200" dirty="0"/>
              <a:t>Visual Studio Code </a:t>
            </a:r>
          </a:p>
          <a:p>
            <a:pPr lvl="0"/>
            <a:r>
              <a:rPr lang="en-IN" sz="6200" dirty="0"/>
              <a:t>Git / GitHub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2BCCD-4E72-CA55-1A4A-DF7333957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367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3C48B-C3F3-BF1B-24F9-D94DB9816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8D0FD-7F9B-8C4A-87AC-10B721EA42D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IN" sz="2400" dirty="0"/>
              <a:t>Provides a </a:t>
            </a:r>
            <a:r>
              <a:rPr lang="en-IN" sz="2400" b="1" dirty="0"/>
              <a:t>centralized platform</a:t>
            </a:r>
            <a:r>
              <a:rPr lang="en-IN" sz="2400" dirty="0"/>
              <a:t> for property management. </a:t>
            </a:r>
          </a:p>
          <a:p>
            <a:pPr lvl="0"/>
            <a:r>
              <a:rPr lang="en-IN" sz="2400" dirty="0"/>
              <a:t>Makes property searching </a:t>
            </a:r>
            <a:r>
              <a:rPr lang="en-IN" sz="2400" b="1" dirty="0"/>
              <a:t>faster and easier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Helps owners and agents efficiently manage listings. </a:t>
            </a:r>
          </a:p>
          <a:p>
            <a:pPr lvl="0"/>
            <a:r>
              <a:rPr lang="en-IN" sz="2400" dirty="0"/>
              <a:t>Provides </a:t>
            </a:r>
            <a:r>
              <a:rPr lang="en-IN" sz="2400" b="1" dirty="0"/>
              <a:t>analytics and visual reports</a:t>
            </a:r>
            <a:r>
              <a:rPr lang="en-IN" sz="2400" dirty="0"/>
              <a:t> for better decision-making. </a:t>
            </a:r>
          </a:p>
          <a:p>
            <a:pPr lvl="0"/>
            <a:r>
              <a:rPr lang="en-IN" sz="2400" dirty="0"/>
              <a:t>Admin module improves </a:t>
            </a:r>
            <a:r>
              <a:rPr lang="en-IN" sz="2400" b="1" dirty="0"/>
              <a:t>listing verification and platform management</a:t>
            </a:r>
            <a:r>
              <a:rPr lang="en-IN" sz="2400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E907B-A58E-CF96-B52A-FED46B3356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277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0722" y="737420"/>
            <a:ext cx="8298426" cy="5029200"/>
          </a:xfrm>
        </p:spPr>
        <p:txBody>
          <a:bodyPr/>
          <a:lstStyle/>
          <a:p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{1117CA40-B155-4982-B10C-B261F9DAE64A}TF1ed9553b-00c4-4092-846a-c8f7f2908f3beecd942f_win32-8e33096c3cfc</Template>
  <TotalTime>69</TotalTime>
  <Words>304</Words>
  <Application>Microsoft Office PowerPoint</Application>
  <PresentationFormat>Widescreen</PresentationFormat>
  <Paragraphs>49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Courier New</vt:lpstr>
      <vt:lpstr>Gill Sans Nova Light</vt:lpstr>
      <vt:lpstr>Sagona Book</vt:lpstr>
      <vt:lpstr>Custom</vt:lpstr>
      <vt:lpstr>PROPERTY LISTING MANAGEMENT &amp; ANALYTICS PORTAL</vt:lpstr>
      <vt:lpstr>ABSTRACT: </vt:lpstr>
      <vt:lpstr>PROBLEM STATEMENT: </vt:lpstr>
      <vt:lpstr>EXISTING VS PROPOSED SYSTEM: </vt:lpstr>
      <vt:lpstr>PowerPoint Presentation</vt:lpstr>
      <vt:lpstr>PROPOSED SYSTEM ARCHITECTURE:</vt:lpstr>
      <vt:lpstr>TOOLS &amp; TECHNOLOGIES:</vt:lpstr>
      <vt:lpstr>CONCLUSION: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rajendra prasad puritipati</dc:creator>
  <cp:lastModifiedBy>rajendra prasad puritipati</cp:lastModifiedBy>
  <cp:revision>2</cp:revision>
  <dcterms:created xsi:type="dcterms:W3CDTF">2026-09-03T03:05:03Z</dcterms:created>
  <dcterms:modified xsi:type="dcterms:W3CDTF">2026-09-09T06:48:14Z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